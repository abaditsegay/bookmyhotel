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platform and your role as Full-Stack Developer/Architect.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operational pain points for hotels and the need for a unified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how BookMyHotel consolidates workflows and improves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features for business and operations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stack inferred from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component structure, routing, and state management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role-specific UI and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 of guest UX and conversion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operational control and insights for hotel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frontend data flow and booking state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RBAC and standard security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readiness for growth and multi-hotel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revenue model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items to excite investors and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for screenshots or live demo clips.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value proposition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BookMyHotel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1E9688"/>
                </a:solidFill>
              </a:defRPr>
            </a:pPr>
            <a:r>
              <a:t>Smart hotel bookings &amp;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🧩 Fragmented tools for bookings, pricing, and ops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⏳ Manual workflows slow down staff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🔍 Limited visibility into occupancy &amp; revenue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📉 Inconsistent guest experience across channels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🔐 Complex role management for multi-team hotels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🏨 Centralized booking &amp; operations hub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📊 Real-time availability, pricing, and reservations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🧑‍💼 Dedicated dashboards for staff and admins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🔔 Automated notifications &amp; receipts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🌍 Multi-tenant ready for hotel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🛏️ Hotel listing &amp; room management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📅 Availability, pricing &amp; tax configuration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✅ Booking &amp; reservation lifecycle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👥 Guest management &amp; communications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📈 Admin dashboards &amp;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🖥️ Frontend: React JS (SPA)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⚙️ Backend: Spring Boot REST APIs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🗄️ Database: MySQL (multi-tenant)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🔐 Auth: JWT + role-based access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🔗 Integrations: Email, payment-ready,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Frontend Architecture (React JS)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🧱 Component-based design system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📄 Pages + reusable feature modules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🧠 State via Context &amp; hooks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🧭 React Router for role-based routes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⚡ Lazy loading for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Key User Roles &amp;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🙋 Guest: search, book, manage reservations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🏨 Hotel Owner/Manager: rooms, pricing, staff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🧑‍💻 Front Desk: check-in/out &amp; reservations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🧹 Operations/Housekeeping: tasks &amp; status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🛡️ Admin: tenants, users, approvals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Guest Booking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🔎 Search hotels by date &amp; location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🛏️ View room types &amp; pricing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📅 Select stay dates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✅ Confirm booking &amp; receive summary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📩 Email confirmation &amp; receipt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Hotel Owner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📋 Room inventory &amp; availability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💰 Pricing, taxes &amp; discount rules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📦 Booking overview &amp; status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📊 Revenue &amp; operational KPIs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👤 Staff &amp; role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State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🔁 UI state via React hooks &amp; Context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🌐 REST API calls via service layer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🧾 Form handling &amp; validations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🧠 Cached data for rooms &amp; pricing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🔄 Booking lifecycle: pending → confirmed → checked-in/out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🔐 JWT-based authentication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👥 Role-based access control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🕒 Session handling &amp; token storage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🧱 API protection via server checks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🧾 Audit-friendly actions &amp;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Performance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⚡ Code splitting &amp; lazy loading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📦 Modular components for reuse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🗄️ Multi-tenant data isolation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📈 Scales from single hotel to chains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🔧 Optimized API calls &amp; caching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💸 Commission per booking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🏷️ Subscription tiers for hotels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🧰 Premium add-ons (analytics, automation)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🔌 Integrations as upsell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🌍 Enterprise plans for hotel groups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💳 Online payments &amp; invoicing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🔗 Channel manager integrations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📱 Mobile app for guests &amp; staff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🤖 AI-assisted pricing &amp; forecasting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📊 Advanced analytics suite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Demo &amp; UI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🖼️ Guest booking journey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📊 Hotel admin dashboard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🛠️ Room &amp; pricing management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🧹 Housekeeping workflow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📩 Email confirmations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5A7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1155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✅ Unified platform for hotel operations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⚙️ Production-grade, scalable architecture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📈 Clear value for owners &amp; guests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🤝 Ready for partnerships &amp; investment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🚀 Strong foundation for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